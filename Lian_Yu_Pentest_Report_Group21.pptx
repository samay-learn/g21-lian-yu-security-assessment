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i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21  ·  TERRANOX LABS  ·  TRYHACKME: LIAN_YU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320040"/>
            <a:ext cx="104241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143000"/>
            <a:ext cx="11274552" cy="5120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>
                    <a:alpha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LIAN_YU  —  GROUP 21 · TERRANOX LABS  —  CONFIDENTIAL</a:t>
            </a:r>
            <a:endParaRPr lang="en-US" sz="900" dirty="0"/>
          </a:p>
        </p:txBody>
      </p:sp>
      <p:sp>
        <p:nvSpPr>
          <p:cNvPr id="5" name="Text 1"/>
          <p:cNvSpPr/>
          <p:nvPr>
            <p:ph idx="104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VIDENC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88720" y="320040"/>
            <a:ext cx="85039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09728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Shape 0"/>
          <p:cNvSpPr/>
          <p:nvPr/>
        </p:nvSpPr>
        <p:spPr>
          <a:xfrm>
            <a:off x="457200" y="2057400"/>
            <a:ext cx="11274552" cy="4279392"/>
          </a:xfrm>
          <a:prstGeom prst="rect">
            <a:avLst>
              <a:gd name="adj" fmla="val 1282"/>
            </a:avLst>
          </a:prstGeom>
          <a:solidFill>
            <a:srgbClr val="1B2838"/>
          </a:solidFill>
          <a:ln w="12700">
            <a:solidFill>
              <a:srgbClr val="00B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0"/>
              </a:srgbClr>
            </a:outerShdw>
          </a:effectLst>
        </p:spPr>
      </p:sp>
      <p:sp>
        <p:nvSpPr>
          <p:cNvPr id="5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>
                    <a:alpha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LIAN_YU  —  GROUP 21 · TERRANOX LABS  —  CONFIDENTIAL</a:t>
            </a:r>
            <a:endParaRPr lang="en-US" sz="900" dirty="0"/>
          </a:p>
        </p:txBody>
      </p:sp>
      <p:sp>
        <p:nvSpPr>
          <p:cNvPr id="6" name="Text 2"/>
          <p:cNvSpPr/>
          <p:nvPr>
            <p:ph idx="105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548640"/>
            <a:ext cx="2377440" cy="2377440"/>
          </a:xfrm>
          <a:prstGeom prst="ellipse">
            <a:avLst/>
          </a:prstGeom>
          <a:solidFill>
            <a:srgbClr val="0B0F14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21240" y="1051560"/>
            <a:ext cx="1371600" cy="1371600"/>
          </a:xfrm>
          <a:prstGeom prst="ellipse">
            <a:avLst/>
          </a:prstGeom>
          <a:solidFill>
            <a:srgbClr val="0B0F14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508760"/>
            <a:ext cx="457200" cy="457200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LIAN_YU</a:t>
            </a:r>
            <a:endParaRPr lang="en-US" sz="4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Full-Chain Enterprise Perimeter Breach &amp; Host Takeover — Security Assessment Report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3200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143000"/>
            <a:ext cx="11274552" cy="5120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Objective</a:t>
            </a:r>
            <a:endParaRPr lang="en-US" sz="1500" dirty="0"/>
          </a:p>
          <a:p>
            <a:pPr algn="l" indent="0" marL="0">
              <a:spcAft>
                <a:spcPts val="1800"/>
              </a:spcAft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full-scope cyber threat simulation against Terranox Labs' assigned enterprise target — analyze the external attack surface, exploit web-facing weaknesses, establish remote access, and escalate to full host takeover.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Environment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11274552" cy="2651760"/>
        </p:xfrm>
        <a:graphic>
          <a:graphicData uri="http://schemas.openxmlformats.org/drawingml/2006/table">
            <a:tbl>
              <a:tblPr/>
              <a:tblGrid>
                <a:gridCol w="3108960"/>
                <a:gridCol w="8165592"/>
              </a:tblGrid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B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TryHackMe — Room: Lian_Yu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B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/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Terranox Labs — Group 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B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Discovered Services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 (21, vsftpd 3.0.2)  ·  SSH (22, OpenSSH 6.7p1)  ·  HTTP (80, Apache)  ·  RPC (111)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B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Surface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web content, anonymous/guessable FTP creds, steganography-hidden secrets, sudoers misconfiguration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>
            <p:ph idx="104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3200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Chain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377440"/>
            <a:ext cx="1024128" cy="1051560"/>
          </a:xfrm>
          <a:prstGeom prst="roundRect">
            <a:avLst>
              <a:gd name="adj" fmla="val 7143"/>
            </a:avLst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5059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" y="2788920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81328" y="237744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13916" y="2377440"/>
            <a:ext cx="1024128" cy="1051560"/>
          </a:xfrm>
          <a:prstGeom prst="roundRect">
            <a:avLst>
              <a:gd name="adj" fmla="val 7143"/>
            </a:avLst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13916" y="245059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1348" y="2788920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Enum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38044" y="237744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70632" y="2377440"/>
            <a:ext cx="1024128" cy="1051560"/>
          </a:xfrm>
          <a:prstGeom prst="roundRect">
            <a:avLst>
              <a:gd name="adj" fmla="val 7143"/>
            </a:avLst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245059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98064" y="2788920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Cred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94760" y="237744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27348" y="2377440"/>
            <a:ext cx="1024128" cy="1051560"/>
          </a:xfrm>
          <a:prstGeom prst="roundRect">
            <a:avLst>
              <a:gd name="adj" fmla="val 7143"/>
            </a:avLst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27348" y="245059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54780" y="2788920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Fuzz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51476" y="237744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84064" y="2377440"/>
            <a:ext cx="1024128" cy="1051560"/>
          </a:xfrm>
          <a:prstGeom prst="roundRect">
            <a:avLst>
              <a:gd name="adj" fmla="val 7143"/>
            </a:avLst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245059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11496" y="2788920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Access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08192" y="237744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0780" y="2377440"/>
            <a:ext cx="1024128" cy="1051560"/>
          </a:xfrm>
          <a:prstGeom prst="roundRect">
            <a:avLst>
              <a:gd name="adj" fmla="val 7143"/>
            </a:avLst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0780" y="245059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8212" y="2788920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Crack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64908" y="237744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97496" y="2377440"/>
            <a:ext cx="1024128" cy="1051560"/>
          </a:xfrm>
          <a:prstGeom prst="roundRect">
            <a:avLst>
              <a:gd name="adj" fmla="val 7143"/>
            </a:avLst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97496" y="245059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24928" y="2788920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Recovery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21624" y="237744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54212" y="2377440"/>
            <a:ext cx="1024128" cy="1051560"/>
          </a:xfrm>
          <a:prstGeom prst="roundRect">
            <a:avLst>
              <a:gd name="adj" fmla="val 7143"/>
            </a:avLst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54212" y="245059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81644" y="2788920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Access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578340" y="237744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710928" y="2377440"/>
            <a:ext cx="1024128" cy="1051560"/>
          </a:xfrm>
          <a:prstGeom prst="roundRect">
            <a:avLst>
              <a:gd name="adj" fmla="val 7143"/>
            </a:avLst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10928" y="245059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738360" y="2788920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Privesc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735056" y="237744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867644" y="2377440"/>
            <a:ext cx="1024128" cy="1051560"/>
          </a:xfrm>
          <a:prstGeom prst="roundRect">
            <a:avLst>
              <a:gd name="adj" fmla="val 7143"/>
            </a:avLst>
          </a:prstGeom>
          <a:solidFill>
            <a:srgbClr val="FF6B35"/>
          </a:solidFill>
          <a:ln w="15875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867644" y="245059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895076" y="2788920"/>
            <a:ext cx="9692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393192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B9"/>
                </a:solidFill>
              </a:rPr>
              <a:t>Terranox Labs' target exposed a layered trail of weak credential hygiene rather than a single critical vulnerability: each step above was reachable using only standard enumeration tooling (nmap, gobuster, steghide/stegseek) and publicly documented techniques — no custom exploit code was required to reach root.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9"/>
                </a:solidFill>
              </a:rPr>
              <a:t>Mapped in detail to the Cyber Kill Chain on the closing slides of this report.</a:t>
            </a:r>
            <a:endParaRPr lang="en-US" sz="1300" dirty="0"/>
          </a:p>
        </p:txBody>
      </p:sp>
      <p:sp>
        <p:nvSpPr>
          <p:cNvPr id="45" name="Text 0"/>
          <p:cNvSpPr/>
          <p:nvPr>
            <p:ph idx="102" type="body" hasCustomPrompt="1"/>
          </p:nvPr>
        </p:nvSpPr>
        <p:spPr>
          <a:xfrm>
            <a:off x="457200" y="1143000"/>
            <a:ext cx="11274552" cy="5120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6" name="Text 1"/>
          <p:cNvSpPr/>
          <p:nvPr>
            <p:ph idx="104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88720" y="3200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Network Reconnaissance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1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457200" y="109728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TCP service scan with version detection.   </a:t>
            </a:r>
            <a:pPr algn="l" indent="0" marL="0">
              <a:buNone/>
            </a:pPr>
            <a:r>
              <a:rPr lang="en-US" sz="120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 -sC -oN recon_scan.txt &lt;target&gt;</a:t>
            </a:r>
            <a:endParaRPr lang="en-US" sz="130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(vsftpd 3.0.2), SSH (OpenSSH 6.7p1), HTTP (Apache, “Purgatory”) and RPC all open — full service footprint established.</a:t>
            </a:r>
            <a:endParaRPr lang="en-US" sz="1300" dirty="0"/>
          </a:p>
        </p:txBody>
      </p:sp>
      <p:pic>
        <p:nvPicPr>
          <p:cNvPr id="7" name="Image 0" descr="/home/claude/assets/crop_Screenshot__399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2194560"/>
            <a:ext cx="10972800" cy="4023360"/>
          </a:xfrm>
          <a:prstGeom prst="rect">
            <a:avLst/>
          </a:prstGeom>
        </p:spPr>
      </p:pic>
      <p:sp>
        <p:nvSpPr>
          <p:cNvPr id="8" name="Text 2"/>
          <p:cNvSpPr/>
          <p:nvPr>
            <p:ph idx="105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88720" y="3200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Web Enumeration &amp; Fingerprint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1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457200" y="109728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brute-force against the web root.   </a:t>
            </a:r>
            <a:pPr algn="l" indent="0" marL="0">
              <a:buNone/>
            </a:pPr>
            <a:r>
              <a:rPr lang="en-US" sz="120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gobuster dir -u http://&lt;target&gt; -w common.txt</a:t>
            </a:r>
            <a:endParaRPr lang="en-US" sz="130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Themed “ARROWVERSE” landing page; the bolded word “arrow” is a red herring, not the real lead.</a:t>
            </a:r>
            <a:endParaRPr lang="en-US" sz="1300" dirty="0"/>
          </a:p>
        </p:txBody>
      </p:sp>
      <p:pic>
        <p:nvPicPr>
          <p:cNvPr id="7" name="Image 0" descr="/home/claude/assets/crop_Screenshot__400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2194560"/>
            <a:ext cx="10972800" cy="4023360"/>
          </a:xfrm>
          <a:prstGeom prst="rect">
            <a:avLst/>
          </a:prstGeom>
        </p:spPr>
      </p:pic>
      <p:sp>
        <p:nvSpPr>
          <p:cNvPr id="8" name="Text 2"/>
          <p:cNvSpPr/>
          <p:nvPr>
            <p:ph idx="105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88720" y="3200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Hidden Credential Discovery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WEAPONIZATION</a:t>
            </a:r>
            <a:endParaRPr lang="en-US" sz="11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457200" y="109728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HTML source review of a nested /island/ directory.   </a:t>
            </a:r>
            <a:pPr algn="l" indent="0" marL="0">
              <a:buNone/>
            </a:pPr>
            <a:r>
              <a:rPr lang="en-US" sz="120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http://&lt;target&gt;/island/</a:t>
            </a:r>
            <a:endParaRPr lang="en-US" sz="130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White-on-white hidden text reveals the code word “vigilante” (FTP username); /island/2100/ references an unspecified “.ticket” file.</a:t>
            </a:r>
            <a:endParaRPr lang="en-US" sz="1300" dirty="0"/>
          </a:p>
        </p:txBody>
      </p:sp>
      <p:pic>
        <p:nvPicPr>
          <p:cNvPr id="7" name="Image 0" descr="/home/claude/assets/crop_Screenshot__415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2194560"/>
            <a:ext cx="10972800" cy="4023360"/>
          </a:xfrm>
          <a:prstGeom prst="rect">
            <a:avLst/>
          </a:prstGeom>
        </p:spPr>
      </p:pic>
      <p:sp>
        <p:nvSpPr>
          <p:cNvPr id="8" name="Text 2"/>
          <p:cNvSpPr/>
          <p:nvPr>
            <p:ph idx="105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88720" y="3200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Extension Fuzzing: Ticket File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WEAPONIZATION</a:t>
            </a:r>
            <a:endParaRPr lang="en-US" sz="11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457200" y="109728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Extension-aware directory brute-force for the custom file type.   </a:t>
            </a:r>
            <a:pPr algn="l" indent="0" marL="0">
              <a:buNone/>
            </a:pPr>
            <a:r>
              <a:rPr lang="en-US" sz="120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gobuster dir -u &lt;target&gt;/island/2100/ -x ticket</a:t>
            </a:r>
            <a:endParaRPr lang="en-US" sz="130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green_arrow.ticket discovered (HTTP 200) — security relies on obscurity, not access control.</a:t>
            </a:r>
            <a:endParaRPr lang="en-US" sz="1300" dirty="0"/>
          </a:p>
        </p:txBody>
      </p:sp>
      <p:pic>
        <p:nvPicPr>
          <p:cNvPr id="7" name="Image 0" descr="/home/claude/assets/crop_Screenshot__438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2194560"/>
            <a:ext cx="10972800" cy="4023360"/>
          </a:xfrm>
          <a:prstGeom prst="rect">
            <a:avLst/>
          </a:prstGeom>
        </p:spPr>
      </p:pic>
      <p:sp>
        <p:nvSpPr>
          <p:cNvPr id="8" name="Text 2"/>
          <p:cNvSpPr/>
          <p:nvPr>
            <p:ph idx="105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88720" y="3200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— FTP Foothold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457200" y="109728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FTP login using the harvested code word.   </a:t>
            </a:r>
            <a:pPr algn="l" indent="0" marL="0">
              <a:buNone/>
            </a:pPr>
            <a:r>
              <a:rPr lang="en-US" sz="120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ftp &lt;target&gt;   →   vigilante / !#th3h00d</a:t>
            </a:r>
            <a:endParaRPr lang="en-US" sz="130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successful — directory listing exposed dotfiles and image files, including aa.jpg.</a:t>
            </a:r>
            <a:endParaRPr lang="en-US" sz="1300" dirty="0"/>
          </a:p>
        </p:txBody>
      </p:sp>
      <p:pic>
        <p:nvPicPr>
          <p:cNvPr id="7" name="Image 0" descr="/home/claude/assets/crop_Screenshot__418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2194560"/>
            <a:ext cx="10972800" cy="4023360"/>
          </a:xfrm>
          <a:prstGeom prst="rect">
            <a:avLst/>
          </a:prstGeom>
        </p:spPr>
      </p:pic>
      <p:sp>
        <p:nvSpPr>
          <p:cNvPr id="8" name="Text 2"/>
          <p:cNvSpPr/>
          <p:nvPr>
            <p:ph idx="105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88720" y="3200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 — Steganography Extraction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1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457200" y="109728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attack against a steghide-protected JPEG.   </a:t>
            </a:r>
            <a:pPr algn="l" indent="0" marL="0">
              <a:buNone/>
            </a:pPr>
            <a:r>
              <a:rPr lang="en-US" sz="120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stegseek aa.jpg rockyou.txt</a:t>
            </a:r>
            <a:endParaRPr lang="en-US" sz="130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Passphrase cracked in under 2 seconds (“password”); extracted ss.zip contains a second secret file, shado.</a:t>
            </a:r>
            <a:endParaRPr lang="en-US" sz="1300" dirty="0"/>
          </a:p>
        </p:txBody>
      </p:sp>
      <p:pic>
        <p:nvPicPr>
          <p:cNvPr id="7" name="Image 0" descr="/home/claude/assets/crop_Screenshot__424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2194560"/>
            <a:ext cx="10972800" cy="4023360"/>
          </a:xfrm>
          <a:prstGeom prst="rect">
            <a:avLst/>
          </a:prstGeom>
        </p:spPr>
      </p:pic>
      <p:sp>
        <p:nvSpPr>
          <p:cNvPr id="8" name="Text 2"/>
          <p:cNvSpPr/>
          <p:nvPr>
            <p:ph idx="105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88720" y="3200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7 — Credential File Recovery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1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457200" y="109728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inspection of the extracted secret file.   </a:t>
            </a:r>
            <a:pPr algn="l" indent="0" marL="0">
              <a:buNone/>
            </a:pPr>
            <a:r>
              <a:rPr lang="en-US" sz="120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shado</a:t>
            </a:r>
            <a:endParaRPr lang="en-US" sz="130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SSH password recovered — M3tahuman — paired with username slade from the .other_user bio file.</a:t>
            </a:r>
            <a:endParaRPr lang="en-US" sz="1300" dirty="0"/>
          </a:p>
        </p:txBody>
      </p:sp>
      <p:pic>
        <p:nvPicPr>
          <p:cNvPr id="7" name="Image 0" descr="/home/claude/assets/crop_Screenshot__427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2194560"/>
            <a:ext cx="10972800" cy="4023360"/>
          </a:xfrm>
          <a:prstGeom prst="rect">
            <a:avLst/>
          </a:prstGeom>
        </p:spPr>
      </p:pic>
      <p:sp>
        <p:nvSpPr>
          <p:cNvPr id="8" name="Text 2"/>
          <p:cNvSpPr/>
          <p:nvPr>
            <p:ph idx="105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88720" y="3200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8 — SSH Access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457200" y="109728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login using the recovered credential pair.   </a:t>
            </a:r>
            <a:pPr algn="l" indent="0" marL="0">
              <a:buNone/>
            </a:pPr>
            <a:r>
              <a:rPr lang="en-US" sz="120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slade@&lt;target&gt;   →   M3tahuman</a:t>
            </a:r>
            <a:endParaRPr lang="en-US" sz="130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shell access obtained as the low-privileged user slade.</a:t>
            </a:r>
            <a:endParaRPr lang="en-US" sz="1300" dirty="0"/>
          </a:p>
        </p:txBody>
      </p:sp>
      <p:pic>
        <p:nvPicPr>
          <p:cNvPr id="7" name="Image 0" descr="/home/claude/assets/crop_Screenshot__428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2194560"/>
            <a:ext cx="10972800" cy="4023360"/>
          </a:xfrm>
          <a:prstGeom prst="rect">
            <a:avLst/>
          </a:prstGeom>
        </p:spPr>
      </p:pic>
      <p:sp>
        <p:nvSpPr>
          <p:cNvPr id="8" name="Text 2"/>
          <p:cNvSpPr/>
          <p:nvPr>
            <p:ph idx="105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88720" y="3200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9 — Privilege Escalation Discovery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CONTROL</a:t>
            </a:r>
            <a:endParaRPr lang="en-US" sz="11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457200" y="109728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rights enumeration for the current user.   </a:t>
            </a:r>
            <a:pPr algn="l" indent="0" marL="0">
              <a:buNone/>
            </a:pPr>
            <a:r>
              <a:rPr lang="en-US" sz="120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-l</a:t>
            </a:r>
            <a:endParaRPr lang="en-US" sz="130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slade may run /usr/bin/pkexec as root — a direct, unrestricted privilege-escalation path.</a:t>
            </a:r>
            <a:endParaRPr lang="en-US" sz="1300" dirty="0"/>
          </a:p>
        </p:txBody>
      </p:sp>
      <p:pic>
        <p:nvPicPr>
          <p:cNvPr id="7" name="Image 0" descr="/home/claude/assets/crop_Screenshot__430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2194560"/>
            <a:ext cx="10972800" cy="4023360"/>
          </a:xfrm>
          <a:prstGeom prst="rect">
            <a:avLst/>
          </a:prstGeom>
        </p:spPr>
      </p:pic>
      <p:sp>
        <p:nvSpPr>
          <p:cNvPr id="8" name="Text 2"/>
          <p:cNvSpPr/>
          <p:nvPr>
            <p:ph idx="105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88720" y="3200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10 — Root Access &amp; Flag Capture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ON OBJECTIVES</a:t>
            </a:r>
            <a:endParaRPr lang="en-US" sz="11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457200" y="109728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abuse of the pkexec sudoers rule found in Phase 9.   </a:t>
            </a:r>
            <a:pPr algn="l" indent="0" marL="0">
              <a:buNone/>
            </a:pPr>
            <a:r>
              <a:rPr lang="en-US" sz="1200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/usr/bin/pkexec /bin/bash</a:t>
            </a:r>
            <a:endParaRPr lang="en-US" sz="130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escalates to root instantly; user.txt and root.txt both captured, confirming full host takeover.</a:t>
            </a:r>
            <a:endParaRPr lang="en-US" sz="1300" dirty="0"/>
          </a:p>
        </p:txBody>
      </p:sp>
      <p:pic>
        <p:nvPicPr>
          <p:cNvPr id="7" name="Image 0" descr="/home/claude/assets/crop_Screenshot__431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2194560"/>
            <a:ext cx="5257800" cy="4023360"/>
          </a:xfrm>
          <a:prstGeom prst="rect">
            <a:avLst/>
          </a:prstGeom>
        </p:spPr>
      </p:pic>
      <p:pic>
        <p:nvPicPr>
          <p:cNvPr id="8" name="Image 1" descr="/home/claude/assets/crop_Screenshot__434_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2194560"/>
            <a:ext cx="5257800" cy="4023360"/>
          </a:xfrm>
          <a:prstGeom prst="rect">
            <a:avLst/>
          </a:prstGeom>
        </p:spPr>
      </p:pic>
      <p:sp>
        <p:nvSpPr>
          <p:cNvPr id="9" name="Text 2"/>
          <p:cNvSpPr/>
          <p:nvPr>
            <p:ph idx="105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3200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Kill Chain Mapping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50292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  <a:gridCol w="3410712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Chain 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D9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 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D9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D98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Reconnaissance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Port/service scan (nmap) and web directory brute-force (gobuster)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FTP/SSH/HTTP/RPC; /island/ directory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Weaponization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Source-code review to extract the hidden “code word” and locate the .ticket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vigilante code word; green_arrow.ticket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 FTP session using the harvested username/password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vigilante : !#th3h00d 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 attack to crack steganography, recovering a second-stage secret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stegseek crack → shado → M3tahuman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SSH session established with recovered credentials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slade : M3tahuman shell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&amp;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privilege enumeration revealed an exploitable sudoers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-l → NOPASSWD-equivalent pkexec 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on Objectives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pkexec abused to spawn a root shell; flags exfiltrated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root.txt, user.txt captured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2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2" type="body" hasCustomPrompt="1"/>
          </p:nvPr>
        </p:nvSpPr>
        <p:spPr>
          <a:xfrm>
            <a:off x="457200" y="1143000"/>
            <a:ext cx="11274552" cy="5120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3200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Remediation &amp; Hardening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07592"/>
            <a:ext cx="457200" cy="45720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104241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Harden FTP exposure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9FB0B9"/>
                </a:solidFill>
              </a:rPr>
              <a:t>Disable anonymous access, migrate to SFTP/FTPS, and never store secrets (even steganographically) on an anonymously reachable file service.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457200" cy="45720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212848"/>
            <a:ext cx="104241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Eliminate client-side hidden secrets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9FB0B9"/>
                </a:solidFill>
              </a:rPr>
              <a:t>Remove the white-text “code word” and .ticket-based obscurity from the web app; any value a browser can render is not confidential.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3264408"/>
            <a:ext cx="457200" cy="45720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191256"/>
            <a:ext cx="104241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Retire steganography as a credential store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9FB0B9"/>
                </a:solidFill>
              </a:rPr>
              <a:t>Secrets hidden in images are trivially defeated by stegseek/rockyou.txt in seconds — use a proper secrets manager instead.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242816"/>
            <a:ext cx="457200" cy="45720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169664"/>
            <a:ext cx="104241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Fix the pkexec sudoers rule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9FB0B9"/>
                </a:solidFill>
              </a:rPr>
              <a:t>Remove the blanket /usr/bin/pkexec grant for slade; scope sudo rules to the specific command and arguments actually required, never a shell-spawning policykit binary.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221224"/>
            <a:ext cx="457200" cy="457200"/>
          </a:xfrm>
          <a:prstGeom prst="ellipse">
            <a:avLst/>
          </a:prstGeom>
          <a:solidFill>
            <a:srgbClr val="1B2838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148072"/>
            <a:ext cx="104241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Enforce credential hygiene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9FB0B9"/>
                </a:solidFill>
              </a:rPr>
              <a:t>Rotate exposed passwords (vigilante, slade), enforce complexity/rotation policy, and monitor for credential reuse across FTP and SSH.</a:t>
            </a:r>
            <a:endParaRPr lang="en-US" sz="1450" dirty="0"/>
          </a:p>
        </p:txBody>
      </p:sp>
      <p:sp>
        <p:nvSpPr>
          <p:cNvPr id="19" name="Text 0"/>
          <p:cNvSpPr/>
          <p:nvPr>
            <p:ph idx="102" type="body" hasCustomPrompt="1"/>
          </p:nvPr>
        </p:nvSpPr>
        <p:spPr>
          <a:xfrm>
            <a:off x="457200" y="1143000"/>
            <a:ext cx="11274552" cy="5120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0" name="Text 1"/>
          <p:cNvSpPr/>
          <p:nvPr>
            <p:ph idx="104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3200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143000"/>
            <a:ext cx="11274552" cy="5120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  <a:p>
            <a:pPr algn="l" indent="0" marL="0">
              <a:spcAft>
                <a:spcPts val="1800"/>
              </a:spcAft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compromise of the Terranox Labs target was achieved — from unauthenticated reconnaissance through to root-level code execution — using only enumeration tooling and publicly known techniques. Both the user and root flags were captured, confirming complete host takeover.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Theme</a:t>
            </a:r>
            <a:endParaRPr lang="en-US" sz="1500" dirty="0"/>
          </a:p>
          <a:p>
            <a:pPr algn="l" indent="0" marL="0">
              <a:spcAft>
                <a:spcPts val="1800"/>
              </a:spcAft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pivot in this engagement traced back to weak credential hygiene — secrets hidden in plain sight (white-text, steganography) and an overly permissive sudo rule — rather than a software vulnerability. Remediation should prioritize secrets management and least-privilege sudoers configuration over patching alone.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Captured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user.txt:  THM{P30P7E_K33P_53CRET5__C0MPUT3R5_D0N'T}</a:t>
            </a:r>
            <a:endParaRPr lang="en-US" sz="15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root.txt:  THM{MY_W0RD_I5_MY_B0ND_IF_I_ACC3PT_YOUR_CONTRACT_THEN_IT_WILL_BE_COMPL3TED_OR_I'LL_BE_D34D}</a:t>
            </a:r>
            <a:endParaRPr lang="en-US" sz="1500" dirty="0"/>
          </a:p>
        </p:txBody>
      </p:sp>
      <p:sp>
        <p:nvSpPr>
          <p:cNvPr id="5" name="Text 1"/>
          <p:cNvSpPr/>
          <p:nvPr>
            <p:ph idx="104" hasCustomPrompt="1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anYu">
  <a:themeElements>
    <a:clrScheme name="LianYu">
      <a:dk1>
        <a:srgbClr val="F5F7FA"/>
      </a:dk1>
      <a:lt1>
        <a:srgbClr val="0B0F14"/>
      </a:lt1>
      <a:dk2>
        <a:srgbClr val="0B0F14"/>
      </a:dk2>
      <a:lt2>
        <a:srgbClr val="141B22"/>
      </a:lt2>
      <a:accent1>
        <a:srgbClr val="39D98A"/>
      </a:accent1>
      <a:accent2>
        <a:srgbClr val="00B8D9"/>
      </a:accent2>
      <a:accent3>
        <a:srgbClr val="FF6B35"/>
      </a:accent3>
      <a:accent4>
        <a:srgbClr val="9FB0B9"/>
      </a:accent4>
      <a:accent5>
        <a:srgbClr val="1B2838"/>
      </a:accent5>
      <a:accent6>
        <a:srgbClr val="FFFFFF"/>
      </a:accent6>
      <a:hlink>
        <a:srgbClr val="39D98A"/>
      </a:hlink>
      <a:folHlink>
        <a:srgbClr val="00B8D9"/>
      </a:folHlink>
    </a:clrScheme>
    <a:fontScheme name="LianY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2026-10-25T17:19:36Z</dcterms:created>
  <dcterms:modified xsi:type="dcterms:W3CDTF">2026-10-25T17:19:36Z</dcterms:modified>
</cp:coreProperties>
</file>